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6858000" cy="9144000"/>
  <p:embeddedFontLst>
    <p:embeddedFont>
      <p:font typeface="Epilogue" panose="020B0604020202020204" charset="0"/>
      <p:regular r:id="rId9"/>
      <p:bold r:id="rId10"/>
      <p:italic r:id="rId11"/>
      <p:boldItalic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  <p: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PT Sans" panose="020B0503020203020204" pitchFamily="34" charset="0"/>
      <p:regular r:id="rId23"/>
      <p:bold r:id="rId24"/>
      <p:italic r:id="rId25"/>
      <p:boldItalic r:id="rId26"/>
    </p:embeddedFont>
    <p:embeddedFont>
      <p:font typeface="Raleway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9F0101B2-4688-4B00-D0FA-0E165AE4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184d99d1a72_0_15:notes">
            <a:extLst>
              <a:ext uri="{FF2B5EF4-FFF2-40B4-BE49-F238E27FC236}">
                <a16:creationId xmlns:a16="http://schemas.microsoft.com/office/drawing/2014/main" id="{A24979FC-48F0-755B-4E07-430AF4547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184d99d1a72_0_15:notes">
            <a:extLst>
              <a:ext uri="{FF2B5EF4-FFF2-40B4-BE49-F238E27FC236}">
                <a16:creationId xmlns:a16="http://schemas.microsoft.com/office/drawing/2014/main" id="{2CB78D81-2469-EE26-BD71-B9A83F564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3760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rot="-4014673" flipH="1">
            <a:off x="-1798429" y="-1029372"/>
            <a:ext cx="3158476" cy="250963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355841" y="2667287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" name="Google Shape;27;p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8" name="Google Shape;28;p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" name="Google Shape;31;p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" name="Google Shape;32;p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" name="Google Shape;33;p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34;p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" name="Google Shape;35;p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" name="Google Shape;36;p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7" name="Google Shape;37;p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" name="Google Shape;39;p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0" name="Google Shape;40;p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42;p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3" name="Google Shape;43;p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" name="Google Shape;45;p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" name="Google Shape;48;p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50;p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" name="Google Shape;51;p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2" name="Google Shape;52;p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4" name="Google Shape;54;p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55" name="Google Shape;55;p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" name="Google Shape;57;p4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" name="Google Shape;60;p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1" name="Google Shape;61;p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" name="Google Shape;67;p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8" name="Google Shape;68;p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" name="Google Shape;72;p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" name="Google Shape;75;p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76" name="Google Shape;76;p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" name="Google Shape;82;p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3" name="Google Shape;83;p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" name="Google Shape;87;p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4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89" name="Google Shape;89;p4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4"/>
          <p:cNvSpPr/>
          <p:nvPr/>
        </p:nvSpPr>
        <p:spPr>
          <a:xfrm rot="8662747" flipH="1">
            <a:off x="7370974" y="4168319"/>
            <a:ext cx="2746019" cy="192168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4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94" name="Google Shape;94;p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7" name="Google Shape;97;p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" name="Google Shape;100;p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" name="Google Shape;109;p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NG"/>
          </a:p>
        </p:txBody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7"/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7"/>
          <p:cNvSpPr txBox="1">
            <a:spLocks noGrp="1"/>
          </p:cNvSpPr>
          <p:nvPr>
            <p:ph type="subTitle" idx="2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17"/>
          <p:cNvSpPr txBox="1">
            <a:spLocks noGrp="1"/>
          </p:cNvSpPr>
          <p:nvPr>
            <p:ph type="subTitle" idx="3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7"/>
          <p:cNvSpPr txBox="1">
            <a:spLocks noGrp="1"/>
          </p:cNvSpPr>
          <p:nvPr>
            <p:ph type="subTitle" idx="4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7"/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6" name="Google Shape;506;p17"/>
          <p:cNvSpPr txBox="1">
            <a:spLocks noGrp="1"/>
          </p:cNvSpPr>
          <p:nvPr>
            <p:ph type="subTitle" idx="6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7" name="Google Shape;507;p17"/>
          <p:cNvSpPr txBox="1">
            <a:spLocks noGrp="1"/>
          </p:cNvSpPr>
          <p:nvPr>
            <p:ph type="subTitle" idx="7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8" name="Google Shape;508;p17"/>
          <p:cNvSpPr txBox="1">
            <a:spLocks noGrp="1"/>
          </p:cNvSpPr>
          <p:nvPr>
            <p:ph type="subTitle" idx="8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9" name="Google Shape;509;p17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7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8"/>
          <p:cNvSpPr txBox="1">
            <a:spLocks noGrp="1"/>
          </p:cNvSpPr>
          <p:nvPr>
            <p:ph type="subTitle" idx="1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subTitle" idx="2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18"/>
          <p:cNvSpPr txBox="1">
            <a:spLocks noGrp="1"/>
          </p:cNvSpPr>
          <p:nvPr>
            <p:ph type="subTitle" idx="3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18"/>
          <p:cNvSpPr txBox="1">
            <a:spLocks noGrp="1"/>
          </p:cNvSpPr>
          <p:nvPr>
            <p:ph type="subTitle" idx="4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8"/>
          <p:cNvSpPr txBox="1">
            <a:spLocks noGrp="1"/>
          </p:cNvSpPr>
          <p:nvPr>
            <p:ph type="subTitle" idx="5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18"/>
          <p:cNvSpPr txBox="1">
            <a:spLocks noGrp="1"/>
          </p:cNvSpPr>
          <p:nvPr>
            <p:ph type="subTitle" idx="6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8"/>
          <p:cNvSpPr txBox="1">
            <a:spLocks noGrp="1"/>
          </p:cNvSpPr>
          <p:nvPr>
            <p:ph type="subTitle" idx="7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5" name="Google Shape;545;p18"/>
          <p:cNvSpPr txBox="1">
            <a:spLocks noGrp="1"/>
          </p:cNvSpPr>
          <p:nvPr>
            <p:ph type="subTitle" idx="8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6" name="Google Shape;546;p18"/>
          <p:cNvSpPr txBox="1">
            <a:spLocks noGrp="1"/>
          </p:cNvSpPr>
          <p:nvPr>
            <p:ph type="subTitle" idx="9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7" name="Google Shape;547;p18"/>
          <p:cNvSpPr txBox="1">
            <a:spLocks noGrp="1"/>
          </p:cNvSpPr>
          <p:nvPr>
            <p:ph type="subTitle" idx="13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8" name="Google Shape;548;p18"/>
          <p:cNvSpPr txBox="1">
            <a:spLocks noGrp="1"/>
          </p:cNvSpPr>
          <p:nvPr>
            <p:ph type="subTitle" idx="14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9" name="Google Shape;549;p18"/>
          <p:cNvSpPr txBox="1">
            <a:spLocks noGrp="1"/>
          </p:cNvSpPr>
          <p:nvPr>
            <p:ph type="subTitle" idx="15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0" name="Google Shape;550;p18"/>
          <p:cNvSpPr/>
          <p:nvPr/>
        </p:nvSpPr>
        <p:spPr>
          <a:xfrm rot="-3263452" flipH="1">
            <a:off x="7372110" y="40383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8"/>
          <p:cNvSpPr/>
          <p:nvPr/>
        </p:nvSpPr>
        <p:spPr>
          <a:xfrm rot="531647" flipH="1">
            <a:off x="-1621232" y="4095570"/>
            <a:ext cx="2581069" cy="208704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8"/>
          <p:cNvSpPr/>
          <p:nvPr/>
        </p:nvSpPr>
        <p:spPr>
          <a:xfrm rot="460658" flipH="1">
            <a:off x="7344116" y="-1448948"/>
            <a:ext cx="3053845" cy="246933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>
            <a:spLocks noGrp="1"/>
          </p:cNvSpPr>
          <p:nvPr>
            <p:ph type="title" hasCustomPrompt="1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>
            <a:spLocks noGrp="1"/>
          </p:cNvSpPr>
          <p:nvPr>
            <p:ph type="subTitle" idx="1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0" name="Google Shape;580;p19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>
            <a:spLocks noGrp="1"/>
          </p:cNvSpPr>
          <p:nvPr>
            <p:ph type="subTitle" idx="3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2" name="Google Shape;582;p19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>
            <a:spLocks noGrp="1"/>
          </p:cNvSpPr>
          <p:nvPr>
            <p:ph type="subTitle" idx="5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20"/>
          <p:cNvSpPr/>
          <p:nvPr/>
        </p:nvSpPr>
        <p:spPr>
          <a:xfrm rot="337739" flipH="1">
            <a:off x="8212271" y="3187242"/>
            <a:ext cx="3158465" cy="3518480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rot="-3657034" flipH="1">
            <a:off x="-1404232" y="-737971"/>
            <a:ext cx="2746020" cy="16278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43" name="Google Shape;643;p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644" name="Google Shape;644;p21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9" name="Google Shape;649;p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650" name="Google Shape;650;p21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653" name="Google Shape;653;p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21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658" name="Google Shape;658;p21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61" name="Google Shape;661;p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62" name="Google Shape;662;p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4" name="Google Shape;664;p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65" name="Google Shape;665;p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7" name="Google Shape;667;p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68" name="Google Shape;668;p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0" name="Google Shape;670;p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p21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674" name="Google Shape;674;p21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21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1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2"/>
          <p:cNvSpPr txBox="1">
            <a:spLocks noGrp="1"/>
          </p:cNvSpPr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22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2" name="Google Shape;682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22"/>
          <p:cNvSpPr/>
          <p:nvPr/>
        </p:nvSpPr>
        <p:spPr>
          <a:xfrm rot="-2493044" flipH="1">
            <a:off x="-1086706" y="-570280"/>
            <a:ext cx="2902912" cy="234728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2"/>
          <p:cNvSpPr/>
          <p:nvPr/>
        </p:nvSpPr>
        <p:spPr>
          <a:xfrm rot="-5051288" flipH="1">
            <a:off x="7227752" y="3451481"/>
            <a:ext cx="2997828" cy="2576307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2"/>
          <p:cNvSpPr/>
          <p:nvPr/>
        </p:nvSpPr>
        <p:spPr>
          <a:xfrm rot="460638" flipH="1">
            <a:off x="178423" y="3742788"/>
            <a:ext cx="1359611" cy="122255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2"/>
          <p:cNvSpPr/>
          <p:nvPr/>
        </p:nvSpPr>
        <p:spPr>
          <a:xfrm rot="460623" flipH="1">
            <a:off x="6683138" y="-2074210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5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5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USB STICK PROXY</a:t>
            </a:r>
            <a:endParaRPr/>
          </a:p>
        </p:txBody>
      </p:sp>
      <p:sp>
        <p:nvSpPr>
          <p:cNvPr id="750" name="Google Shape;750;p25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751" name="Google Shape;751;p25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2" name="Google Shape;752;p25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3" name="Google Shape;753;p25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54" name="Google Shape;754;p25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5" name="Google Shape;755;p25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6" name="Google Shape;756;p25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7" name="Google Shape;757;p25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58" name="Google Shape;758;p25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25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25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1" name="Google Shape;761;p25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2" name="Google Shape;762;p25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25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4" name="Google Shape;764;p25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65" name="Google Shape;765;p25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5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7" name="Google Shape;767;p25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8" name="Google Shape;768;p25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69" name="Google Shape;769;p25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25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25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2" name="Google Shape;772;p25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3" name="Google Shape;773;p25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25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25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6" name="Google Shape;776;p25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77" name="Google Shape;777;p25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25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9" name="Google Shape;779;p25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0" name="Google Shape;780;p25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5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2" name="Google Shape;782;p25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3" name="Google Shape;783;p25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4" name="Google Shape;784;p25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5" name="Google Shape;785;p25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6" name="Google Shape;786;p25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7" name="Google Shape;787;p25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88" name="Google Shape;788;p25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89" name="Google Shape;789;p25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5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5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5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5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5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795" name="Google Shape;795;p25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5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5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5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5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25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5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5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5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5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5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5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5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8" name="Google Shape;808;p25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09" name="Google Shape;809;p25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5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5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5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5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" name="Google Shape;814;p25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25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5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5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8" name="Google Shape;818;p25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19" name="Google Shape;819;p25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5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5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5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5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5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25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5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5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5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5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5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1" name="Google Shape;831;p25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2" name="Google Shape;832;p25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3" name="Google Shape;833;p25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25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5" name="Google Shape;835;p25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36" name="Google Shape;836;p25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25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25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9" name="Google Shape;839;p25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5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25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25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25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25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5" name="Google Shape;845;p25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46" name="Google Shape;846;p25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25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8" name="Google Shape;848;p25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49" name="Google Shape;849;p25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850;p25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1" name="Google Shape;851;p25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2" name="Google Shape;852;p25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5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854;p25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25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5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57" name="Google Shape;857;p25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8" name="Google Shape;858;p25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59" name="Google Shape;859;p25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0" name="Google Shape;860;p25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1" name="Google Shape;861;p25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2" name="Google Shape;862;p25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3" name="Google Shape;863;p25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64" name="Google Shape;864;p25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65" name="Google Shape;865;p25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66" name="Google Shape;866;p25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7" name="Google Shape;867;p25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8" name="Google Shape;868;p25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69" name="Google Shape;869;p25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0" name="Google Shape;870;p25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1" name="Google Shape;871;p25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2" name="Google Shape;872;p25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3" name="Google Shape;873;p25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5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5" name="Google Shape;875;p25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76" name="Google Shape;876;p25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77" name="Google Shape;877;p25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78" name="Google Shape;878;p25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79" name="Google Shape;879;p25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0" name="Google Shape;880;p25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1" name="Google Shape;881;p25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2" name="Google Shape;882;p25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3" name="Google Shape;883;p25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84" name="Google Shape;884;p25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25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86" name="Google Shape;886;p25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87" name="Google Shape;887;p25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25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25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0" name="Google Shape;890;p25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1" name="Google Shape;891;p25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2" name="Google Shape;892;p25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3" name="Google Shape;893;p25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894" name="Google Shape;894;p25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5" name="Google Shape;895;p25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6" name="Google Shape;896;p25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97" name="Google Shape;897;p25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898" name="Google Shape;898;p25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25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0" name="Google Shape;900;p25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1" name="Google Shape;901;p25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2" name="Google Shape;902;p25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3" name="Google Shape;903;p25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4" name="Google Shape;904;p25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05" name="Google Shape;905;p25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06" name="Google Shape;906;p25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07" name="Google Shape;907;p25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08" name="Google Shape;908;p25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09" name="Google Shape;909;p25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0" name="Google Shape;910;p25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1" name="Google Shape;911;p25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2" name="Google Shape;912;p25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3" name="Google Shape;913;p25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14" name="Google Shape;914;p25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15" name="Google Shape;915;p25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6" name="Google Shape;916;p25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7" name="Google Shape;917;p25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8" name="Google Shape;918;p25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9" name="Google Shape;919;p25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0" name="Google Shape;920;p25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1" name="Google Shape;921;p25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5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5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5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5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26" name="Google Shape;926;p25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27" name="Google Shape;927;p25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8" name="Google Shape;928;p25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29" name="Google Shape;929;p25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6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6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36" name="Google Shape;936;p26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Marine vehicles require the use of USB to transfer maps that aid their navigation on sea. </a:t>
            </a:r>
            <a:br>
              <a:rPr lang="en" sz="1500"/>
            </a:br>
            <a:r>
              <a:rPr lang="en" sz="1500"/>
              <a:t>However, there could be possible cases of corrupted USB sticks that could adversely affect the network</a:t>
            </a:r>
            <a:endParaRPr sz="1500"/>
          </a:p>
        </p:txBody>
      </p:sp>
      <p:pic>
        <p:nvPicPr>
          <p:cNvPr id="937" name="Google Shape;937;p2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433" r="37003" b="10007"/>
          <a:stretch/>
        </p:blipFill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938" name="Google Shape;938;p26"/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39" name="Google Shape;939;p26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40" name="Google Shape;940;p26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26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2" name="Google Shape;942;p26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43" name="Google Shape;943;p26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26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26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6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7" name="Google Shape;947;p26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48" name="Google Shape;948;p26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26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50" name="Google Shape;950;p26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51" name="Google Shape;951;p26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2" name="Google Shape;952;p26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26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26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55" name="Google Shape;955;p26"/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6" name="Google Shape;956;p26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57" name="Google Shape;957;p26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26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59" name="Google Shape;959;p26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60" name="Google Shape;960;p26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1" name="Google Shape;961;p26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2" name="Google Shape;962;p26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26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4" name="Google Shape;964;p26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65" name="Google Shape;965;p26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66" name="Google Shape;966;p26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7" name="Google Shape;967;p26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8" name="Google Shape;968;p26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69" name="Google Shape;969;p26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0" name="Google Shape;970;p26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1" name="Google Shape;971;p26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2" name="Google Shape;972;p26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73" name="Google Shape;973;p26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4" name="Google Shape;974;p26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75" name="Google Shape;975;p26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26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7" name="Google Shape;977;p26"/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78" name="Google Shape;978;p26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79" name="Google Shape;979;p26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0" name="Google Shape;980;p26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81" name="Google Shape;981;p26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82" name="Google Shape;982;p26" title="IMG_082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9512" y="1076550"/>
            <a:ext cx="3987159" cy="29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27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988" name="Google Shape;988;p27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USB proxy that can detect just the image in the flash drive, amidst other things and display that. 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This would mean every other thing in the flash drive is irrelevant apart the file intended to be used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994" name="Google Shape;994;p28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HPS</a:t>
            </a:r>
            <a:endParaRPr/>
          </a:p>
        </p:txBody>
      </p:sp>
      <p:sp>
        <p:nvSpPr>
          <p:cNvPr id="995" name="Google Shape;995;p28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</a:t>
            </a:r>
            <a:endParaRPr/>
          </a:p>
        </p:txBody>
      </p:sp>
      <p:sp>
        <p:nvSpPr>
          <p:cNvPr id="996" name="Google Shape;996;p28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HPS acts as the producer, reading the BMP file from the USB drive and writing decoded pixel data to the shared on-chip RAM. </a:t>
            </a:r>
            <a:endParaRPr/>
          </a:p>
        </p:txBody>
      </p:sp>
      <p:sp>
        <p:nvSpPr>
          <p:cNvPr id="997" name="Google Shape;997;p28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FPGA acts as the consumer, continuously reading pixel data from the RAM and driving the VGA display.</a:t>
            </a:r>
            <a:endParaRPr/>
          </a:p>
        </p:txBody>
      </p:sp>
      <p:sp>
        <p:nvSpPr>
          <p:cNvPr id="998" name="Google Shape;998;p28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dual-port RAM architecture enables both operations to occur simultaneously without bus contention.</a:t>
            </a:r>
            <a:endParaRPr/>
          </a:p>
        </p:txBody>
      </p:sp>
      <p:sp>
        <p:nvSpPr>
          <p:cNvPr id="999" name="Google Shape;999;p28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2FF9C1B5-253B-FBEE-A681-D7DA0AAC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CEE9485-8188-0157-71F6-E7DC9878B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46" y="386576"/>
            <a:ext cx="6527181" cy="413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9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9"/>
          <p:cNvSpPr txBox="1">
            <a:spLocks noGrp="1"/>
          </p:cNvSpPr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005" name="Google Shape;1005;p29"/>
          <p:cNvGrpSpPr/>
          <p:nvPr/>
        </p:nvGrpSpPr>
        <p:grpSpPr>
          <a:xfrm>
            <a:off x="8425930" y="3262140"/>
            <a:ext cx="27232" cy="532378"/>
            <a:chOff x="3534917" y="4467129"/>
            <a:chExt cx="24765" cy="484156"/>
          </a:xfrm>
        </p:grpSpPr>
        <p:sp>
          <p:nvSpPr>
            <p:cNvPr id="1006" name="Google Shape;1006;p29"/>
            <p:cNvSpPr/>
            <p:nvPr/>
          </p:nvSpPr>
          <p:spPr>
            <a:xfrm>
              <a:off x="3547300" y="4478845"/>
              <a:ext cx="9525" cy="460724"/>
            </a:xfrm>
            <a:custGeom>
              <a:avLst/>
              <a:gdLst/>
              <a:ahLst/>
              <a:cxnLst/>
              <a:rect l="l" t="t" r="r" b="b"/>
              <a:pathLst>
                <a:path w="9525" h="460724" extrusionOk="0">
                  <a:moveTo>
                    <a:pt x="0" y="460724"/>
                  </a:moveTo>
                  <a:lnTo>
                    <a:pt x="0" y="0"/>
                  </a:lnTo>
                </a:path>
              </a:pathLst>
            </a:custGeom>
            <a:noFill/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29"/>
            <p:cNvSpPr/>
            <p:nvPr/>
          </p:nvSpPr>
          <p:spPr>
            <a:xfrm>
              <a:off x="3534917" y="4926520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3" y="24765"/>
                  </a:cubicBezTo>
                  <a:cubicBezTo>
                    <a:pt x="5525" y="24765"/>
                    <a:pt x="0" y="19240"/>
                    <a:pt x="0" y="12382"/>
                  </a:cubicBezTo>
                  <a:cubicBezTo>
                    <a:pt x="0" y="5524"/>
                    <a:pt x="5525" y="0"/>
                    <a:pt x="12383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rgbClr val="6F7082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29"/>
            <p:cNvSpPr/>
            <p:nvPr/>
          </p:nvSpPr>
          <p:spPr>
            <a:xfrm>
              <a:off x="3534917" y="4467129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 extrusionOk="0">
                  <a:moveTo>
                    <a:pt x="24765" y="12383"/>
                  </a:moveTo>
                  <a:cubicBezTo>
                    <a:pt x="24765" y="5525"/>
                    <a:pt x="19241" y="0"/>
                    <a:pt x="12383" y="0"/>
                  </a:cubicBezTo>
                  <a:cubicBezTo>
                    <a:pt x="5525" y="0"/>
                    <a:pt x="0" y="5525"/>
                    <a:pt x="0" y="12383"/>
                  </a:cubicBezTo>
                  <a:cubicBezTo>
                    <a:pt x="0" y="19241"/>
                    <a:pt x="5525" y="24765"/>
                    <a:pt x="12383" y="24765"/>
                  </a:cubicBezTo>
                  <a:cubicBezTo>
                    <a:pt x="19241" y="24765"/>
                    <a:pt x="24765" y="19241"/>
                    <a:pt x="24765" y="12383"/>
                  </a:cubicBezTo>
                  <a:close/>
                </a:path>
              </a:pathLst>
            </a:custGeom>
            <a:solidFill>
              <a:srgbClr val="6F7082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9" name="Google Shape;1009;p29"/>
          <p:cNvGrpSpPr/>
          <p:nvPr/>
        </p:nvGrpSpPr>
        <p:grpSpPr>
          <a:xfrm>
            <a:off x="8191599" y="2664093"/>
            <a:ext cx="479083" cy="595031"/>
            <a:chOff x="5580610" y="1953710"/>
            <a:chExt cx="392498" cy="487491"/>
          </a:xfrm>
        </p:grpSpPr>
        <p:grpSp>
          <p:nvGrpSpPr>
            <p:cNvPr id="1010" name="Google Shape;1010;p29"/>
            <p:cNvGrpSpPr/>
            <p:nvPr/>
          </p:nvGrpSpPr>
          <p:grpSpPr>
            <a:xfrm>
              <a:off x="5580610" y="1953710"/>
              <a:ext cx="392498" cy="487491"/>
              <a:chOff x="7385113" y="1535430"/>
              <a:chExt cx="435673" cy="541115"/>
            </a:xfrm>
          </p:grpSpPr>
          <p:sp>
            <p:nvSpPr>
              <p:cNvPr id="1011" name="Google Shape;1011;p29"/>
              <p:cNvSpPr/>
              <p:nvPr/>
            </p:nvSpPr>
            <p:spPr>
              <a:xfrm>
                <a:off x="7385113" y="1535430"/>
                <a:ext cx="435673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435673" h="541115" extrusionOk="0">
                    <a:moveTo>
                      <a:pt x="394621" y="0"/>
                    </a:moveTo>
                    <a:cubicBezTo>
                      <a:pt x="417294" y="0"/>
                      <a:pt x="435674" y="18380"/>
                      <a:pt x="435674" y="41053"/>
                    </a:cubicBezTo>
                    <a:lnTo>
                      <a:pt x="435674" y="500062"/>
                    </a:lnTo>
                    <a:cubicBezTo>
                      <a:pt x="435674" y="522735"/>
                      <a:pt x="417294" y="541115"/>
                      <a:pt x="394621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2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2" name="Google Shape;1012;p29"/>
              <p:cNvGrpSpPr/>
              <p:nvPr/>
            </p:nvGrpSpPr>
            <p:grpSpPr>
              <a:xfrm>
                <a:off x="7612094" y="1566576"/>
                <a:ext cx="164781" cy="41529"/>
                <a:chOff x="7612094" y="1566576"/>
                <a:chExt cx="164781" cy="41529"/>
              </a:xfrm>
            </p:grpSpPr>
            <p:sp>
              <p:nvSpPr>
                <p:cNvPr id="1013" name="Google Shape;1013;p29"/>
                <p:cNvSpPr/>
                <p:nvPr/>
              </p:nvSpPr>
              <p:spPr>
                <a:xfrm>
                  <a:off x="7735347" y="1566576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29"/>
                <p:cNvSpPr/>
                <p:nvPr/>
              </p:nvSpPr>
              <p:spPr>
                <a:xfrm>
                  <a:off x="7673721" y="1566576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4"/>
                        <a:pt x="0" y="20765"/>
                      </a:cubicBezTo>
                      <a:cubicBezTo>
                        <a:pt x="0" y="9334"/>
                        <a:pt x="9334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29"/>
                <p:cNvSpPr/>
                <p:nvPr/>
              </p:nvSpPr>
              <p:spPr>
                <a:xfrm>
                  <a:off x="7612094" y="1566576"/>
                  <a:ext cx="41529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9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16" name="Google Shape;1016;p29"/>
            <p:cNvGrpSpPr/>
            <p:nvPr/>
          </p:nvGrpSpPr>
          <p:grpSpPr>
            <a:xfrm>
              <a:off x="5612446" y="2047672"/>
              <a:ext cx="323505" cy="338352"/>
              <a:chOff x="7420451" y="1639728"/>
              <a:chExt cx="359091" cy="375571"/>
            </a:xfrm>
          </p:grpSpPr>
          <p:sp>
            <p:nvSpPr>
              <p:cNvPr id="1017" name="Google Shape;1017;p29"/>
              <p:cNvSpPr/>
              <p:nvPr/>
            </p:nvSpPr>
            <p:spPr>
              <a:xfrm>
                <a:off x="7420451" y="1852041"/>
                <a:ext cx="357473" cy="163258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163258" extrusionOk="0">
                    <a:moveTo>
                      <a:pt x="40196" y="72962"/>
                    </a:moveTo>
                    <a:lnTo>
                      <a:pt x="0" y="72962"/>
                    </a:lnTo>
                    <a:lnTo>
                      <a:pt x="0" y="90297"/>
                    </a:lnTo>
                    <a:lnTo>
                      <a:pt x="40196" y="90297"/>
                    </a:lnTo>
                    <a:lnTo>
                      <a:pt x="40196" y="72962"/>
                    </a:lnTo>
                    <a:close/>
                    <a:moveTo>
                      <a:pt x="185166" y="126778"/>
                    </a:moveTo>
                    <a:lnTo>
                      <a:pt x="294894" y="126778"/>
                    </a:lnTo>
                    <a:lnTo>
                      <a:pt x="294894" y="109347"/>
                    </a:lnTo>
                    <a:lnTo>
                      <a:pt x="185166" y="109347"/>
                    </a:lnTo>
                    <a:lnTo>
                      <a:pt x="185166" y="126778"/>
                    </a:lnTo>
                    <a:close/>
                    <a:moveTo>
                      <a:pt x="294894" y="0"/>
                    </a:moveTo>
                    <a:lnTo>
                      <a:pt x="38291" y="0"/>
                    </a:lnTo>
                    <a:lnTo>
                      <a:pt x="38291" y="17335"/>
                    </a:lnTo>
                    <a:lnTo>
                      <a:pt x="294894" y="17335"/>
                    </a:lnTo>
                    <a:lnTo>
                      <a:pt x="294894" y="0"/>
                    </a:lnTo>
                    <a:close/>
                    <a:moveTo>
                      <a:pt x="0" y="163259"/>
                    </a:moveTo>
                    <a:lnTo>
                      <a:pt x="99632" y="163259"/>
                    </a:lnTo>
                    <a:lnTo>
                      <a:pt x="99632" y="145828"/>
                    </a:lnTo>
                    <a:lnTo>
                      <a:pt x="0" y="145828"/>
                    </a:lnTo>
                    <a:lnTo>
                      <a:pt x="0" y="163259"/>
                    </a:lnTo>
                    <a:close/>
                    <a:moveTo>
                      <a:pt x="76581" y="36481"/>
                    </a:moveTo>
                    <a:lnTo>
                      <a:pt x="0" y="36481"/>
                    </a:lnTo>
                    <a:lnTo>
                      <a:pt x="0" y="53816"/>
                    </a:lnTo>
                    <a:lnTo>
                      <a:pt x="76581" y="53816"/>
                    </a:lnTo>
                    <a:lnTo>
                      <a:pt x="76581" y="36481"/>
                    </a:lnTo>
                    <a:close/>
                    <a:moveTo>
                      <a:pt x="52483" y="90297"/>
                    </a:moveTo>
                    <a:lnTo>
                      <a:pt x="207836" y="90297"/>
                    </a:lnTo>
                    <a:lnTo>
                      <a:pt x="207836" y="72962"/>
                    </a:lnTo>
                    <a:lnTo>
                      <a:pt x="52483" y="72962"/>
                    </a:lnTo>
                    <a:lnTo>
                      <a:pt x="52483" y="90297"/>
                    </a:lnTo>
                    <a:close/>
                    <a:moveTo>
                      <a:pt x="164402" y="109347"/>
                    </a:moveTo>
                    <a:lnTo>
                      <a:pt x="0" y="109347"/>
                    </a:lnTo>
                    <a:lnTo>
                      <a:pt x="0" y="126778"/>
                    </a:lnTo>
                    <a:lnTo>
                      <a:pt x="164402" y="126778"/>
                    </a:lnTo>
                    <a:lnTo>
                      <a:pt x="164402" y="109347"/>
                    </a:lnTo>
                    <a:close/>
                    <a:moveTo>
                      <a:pt x="220218" y="90297"/>
                    </a:moveTo>
                    <a:lnTo>
                      <a:pt x="357378" y="90297"/>
                    </a:lnTo>
                    <a:lnTo>
                      <a:pt x="357378" y="72962"/>
                    </a:lnTo>
                    <a:lnTo>
                      <a:pt x="220218" y="72962"/>
                    </a:lnTo>
                    <a:lnTo>
                      <a:pt x="220218" y="90297"/>
                    </a:lnTo>
                    <a:close/>
                    <a:moveTo>
                      <a:pt x="97441" y="53816"/>
                    </a:moveTo>
                    <a:lnTo>
                      <a:pt x="357474" y="53816"/>
                    </a:lnTo>
                    <a:lnTo>
                      <a:pt x="357474" y="36481"/>
                    </a:lnTo>
                    <a:lnTo>
                      <a:pt x="97441" y="36481"/>
                    </a:lnTo>
                    <a:lnTo>
                      <a:pt x="97441" y="53816"/>
                    </a:lnTo>
                    <a:close/>
                    <a:moveTo>
                      <a:pt x="305371" y="0"/>
                    </a:moveTo>
                    <a:lnTo>
                      <a:pt x="305371" y="17335"/>
                    </a:lnTo>
                    <a:lnTo>
                      <a:pt x="357378" y="17335"/>
                    </a:lnTo>
                    <a:lnTo>
                      <a:pt x="357378" y="0"/>
                    </a:lnTo>
                    <a:lnTo>
                      <a:pt x="305371" y="0"/>
                    </a:lnTo>
                    <a:close/>
                    <a:moveTo>
                      <a:pt x="315659" y="126778"/>
                    </a:moveTo>
                    <a:lnTo>
                      <a:pt x="357378" y="126778"/>
                    </a:lnTo>
                    <a:lnTo>
                      <a:pt x="357378" y="109347"/>
                    </a:lnTo>
                    <a:lnTo>
                      <a:pt x="315659" y="109347"/>
                    </a:lnTo>
                    <a:lnTo>
                      <a:pt x="315659" y="126778"/>
                    </a:lnTo>
                    <a:close/>
                    <a:moveTo>
                      <a:pt x="120396" y="163259"/>
                    </a:moveTo>
                    <a:lnTo>
                      <a:pt x="222981" y="163259"/>
                    </a:lnTo>
                    <a:lnTo>
                      <a:pt x="222981" y="145828"/>
                    </a:lnTo>
                    <a:lnTo>
                      <a:pt x="120396" y="145828"/>
                    </a:lnTo>
                    <a:lnTo>
                      <a:pt x="120396" y="163259"/>
                    </a:lnTo>
                    <a:close/>
                    <a:moveTo>
                      <a:pt x="235363" y="163259"/>
                    </a:moveTo>
                    <a:lnTo>
                      <a:pt x="313563" y="163259"/>
                    </a:lnTo>
                    <a:lnTo>
                      <a:pt x="313563" y="145828"/>
                    </a:lnTo>
                    <a:lnTo>
                      <a:pt x="235363" y="145828"/>
                    </a:lnTo>
                    <a:lnTo>
                      <a:pt x="235363" y="16325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29"/>
              <p:cNvSpPr/>
              <p:nvPr/>
            </p:nvSpPr>
            <p:spPr>
              <a:xfrm>
                <a:off x="7425594" y="1639728"/>
                <a:ext cx="353948" cy="180117"/>
              </a:xfrm>
              <a:custGeom>
                <a:avLst/>
                <a:gdLst/>
                <a:ahLst/>
                <a:cxnLst/>
                <a:rect l="l" t="t" r="r" b="b"/>
                <a:pathLst>
                  <a:path w="353948" h="180117" extrusionOk="0">
                    <a:moveTo>
                      <a:pt x="0" y="0"/>
                    </a:moveTo>
                    <a:lnTo>
                      <a:pt x="353949" y="0"/>
                    </a:lnTo>
                    <a:lnTo>
                      <a:pt x="353949" y="180118"/>
                    </a:lnTo>
                    <a:lnTo>
                      <a:pt x="0" y="1801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19" name="Google Shape;1019;p29"/>
          <p:cNvGrpSpPr/>
          <p:nvPr/>
        </p:nvGrpSpPr>
        <p:grpSpPr>
          <a:xfrm>
            <a:off x="136103" y="321913"/>
            <a:ext cx="1153901" cy="1166750"/>
            <a:chOff x="6568493" y="8"/>
            <a:chExt cx="1820608" cy="1840590"/>
          </a:xfrm>
        </p:grpSpPr>
        <p:sp>
          <p:nvSpPr>
            <p:cNvPr id="1020" name="Google Shape;1020;p29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29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2" name="Google Shape;1022;p29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3" name="Google Shape;1023;p29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29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5" name="Google Shape;1025;p29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6" name="Google Shape;1026;p29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29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29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29" name="Google Shape;1029;p29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0" name="Google Shape;1030;p29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1" name="Google Shape;1031;p29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2" name="Google Shape;1032;p29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3" name="Google Shape;1033;p29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4" name="Google Shape;1034;p29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29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29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29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1" name="Google Shape;1041;p29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2" name="Google Shape;1042;p29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29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29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29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29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29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29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29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2" name="Google Shape;1052;p29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3" name="Google Shape;1053;p29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29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29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29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29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29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29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29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1" name="Google Shape;1061;p29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29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3" name="Google Shape;1063;p29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4" name="Google Shape;1064;p29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5" name="Google Shape;1065;p29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6" name="Google Shape;1066;p29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29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29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9" name="Google Shape;1069;p29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0" name="Google Shape;1070;p29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1" name="Google Shape;1071;p29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4" name="Google Shape;1074;p29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5" name="Google Shape;1075;p29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29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78" name="Google Shape;1078;p29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1" name="Google Shape;1081;p29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2" name="Google Shape;1082;p29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3" name="Google Shape;1083;p29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4" name="Google Shape;1084;p29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5" name="Google Shape;1085;p29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6" name="Google Shape;1086;p29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7" name="Google Shape;1087;p29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88" name="Google Shape;1088;p29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29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0" name="Google Shape;1090;p29"/>
          <p:cNvGrpSpPr/>
          <p:nvPr/>
        </p:nvGrpSpPr>
        <p:grpSpPr>
          <a:xfrm>
            <a:off x="8107967" y="3797550"/>
            <a:ext cx="645598" cy="1166771"/>
            <a:chOff x="8107967" y="3797550"/>
            <a:chExt cx="645598" cy="1166771"/>
          </a:xfrm>
        </p:grpSpPr>
        <p:grpSp>
          <p:nvGrpSpPr>
            <p:cNvPr id="1091" name="Google Shape;1091;p29"/>
            <p:cNvGrpSpPr/>
            <p:nvPr/>
          </p:nvGrpSpPr>
          <p:grpSpPr>
            <a:xfrm>
              <a:off x="8107967" y="3797550"/>
              <a:ext cx="645598" cy="1166771"/>
              <a:chOff x="1024660" y="3708890"/>
              <a:chExt cx="489423" cy="884520"/>
            </a:xfrm>
          </p:grpSpPr>
          <p:grpSp>
            <p:nvGrpSpPr>
              <p:cNvPr id="1092" name="Google Shape;1092;p29"/>
              <p:cNvGrpSpPr/>
              <p:nvPr/>
            </p:nvGrpSpPr>
            <p:grpSpPr>
              <a:xfrm>
                <a:off x="1024660" y="3708890"/>
                <a:ext cx="489423" cy="884520"/>
                <a:chOff x="2124551" y="4954047"/>
                <a:chExt cx="587120" cy="1061085"/>
              </a:xfrm>
            </p:grpSpPr>
            <p:sp>
              <p:nvSpPr>
                <p:cNvPr id="1093" name="Google Shape;1093;p29"/>
                <p:cNvSpPr/>
                <p:nvPr/>
              </p:nvSpPr>
              <p:spPr>
                <a:xfrm>
                  <a:off x="2124551" y="4954047"/>
                  <a:ext cx="587120" cy="1061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120" h="1061085" extrusionOk="0">
                      <a:moveTo>
                        <a:pt x="91440" y="0"/>
                      </a:moveTo>
                      <a:lnTo>
                        <a:pt x="495681" y="0"/>
                      </a:lnTo>
                      <a:cubicBezTo>
                        <a:pt x="546163" y="0"/>
                        <a:pt x="587121" y="40958"/>
                        <a:pt x="587121" y="91440"/>
                      </a:cubicBezTo>
                      <a:lnTo>
                        <a:pt x="587121" y="969645"/>
                      </a:lnTo>
                      <a:cubicBezTo>
                        <a:pt x="587121" y="1020128"/>
                        <a:pt x="546163" y="1061085"/>
                        <a:pt x="495681" y="1061085"/>
                      </a:cubicBezTo>
                      <a:lnTo>
                        <a:pt x="91440" y="1061085"/>
                      </a:lnTo>
                      <a:cubicBezTo>
                        <a:pt x="40958" y="1061085"/>
                        <a:pt x="0" y="1020128"/>
                        <a:pt x="0" y="969645"/>
                      </a:cubicBezTo>
                      <a:lnTo>
                        <a:pt x="0" y="91440"/>
                      </a:lnTo>
                      <a:cubicBezTo>
                        <a:pt x="0" y="40958"/>
                        <a:pt x="40958" y="0"/>
                        <a:pt x="9144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29"/>
                <p:cNvSpPr/>
                <p:nvPr/>
              </p:nvSpPr>
              <p:spPr>
                <a:xfrm>
                  <a:off x="2339530" y="4987099"/>
                  <a:ext cx="157162" cy="25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25527" extrusionOk="0">
                      <a:moveTo>
                        <a:pt x="144399" y="25527"/>
                      </a:moveTo>
                      <a:lnTo>
                        <a:pt x="12764" y="25527"/>
                      </a:lnTo>
                      <a:cubicBezTo>
                        <a:pt x="5715" y="25527"/>
                        <a:pt x="0" y="19812"/>
                        <a:pt x="0" y="12764"/>
                      </a:cubicBezTo>
                      <a:lnTo>
                        <a:pt x="0" y="12764"/>
                      </a:lnTo>
                      <a:cubicBezTo>
                        <a:pt x="0" y="5715"/>
                        <a:pt x="5715" y="0"/>
                        <a:pt x="12764" y="0"/>
                      </a:cubicBezTo>
                      <a:lnTo>
                        <a:pt x="144399" y="0"/>
                      </a:lnTo>
                      <a:cubicBezTo>
                        <a:pt x="151448" y="0"/>
                        <a:pt x="157163" y="5715"/>
                        <a:pt x="157163" y="12764"/>
                      </a:cubicBezTo>
                      <a:lnTo>
                        <a:pt x="157163" y="12764"/>
                      </a:lnTo>
                      <a:cubicBezTo>
                        <a:pt x="157163" y="19812"/>
                        <a:pt x="151448" y="25527"/>
                        <a:pt x="144399" y="255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95" name="Google Shape;1095;p29"/>
              <p:cNvSpPr/>
              <p:nvPr/>
            </p:nvSpPr>
            <p:spPr>
              <a:xfrm>
                <a:off x="1059199" y="3818860"/>
                <a:ext cx="419712" cy="647607"/>
              </a:xfrm>
              <a:custGeom>
                <a:avLst/>
                <a:gdLst/>
                <a:ahLst/>
                <a:cxnLst/>
                <a:rect l="l" t="t" r="r" b="b"/>
                <a:pathLst>
                  <a:path w="504158" h="777906" extrusionOk="0">
                    <a:moveTo>
                      <a:pt x="0" y="0"/>
                    </a:moveTo>
                    <a:lnTo>
                      <a:pt x="504158" y="0"/>
                    </a:lnTo>
                    <a:lnTo>
                      <a:pt x="504158" y="777907"/>
                    </a:lnTo>
                    <a:lnTo>
                      <a:pt x="0" y="7779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96" name="Google Shape;1096;p29"/>
              <p:cNvGrpSpPr/>
              <p:nvPr/>
            </p:nvGrpSpPr>
            <p:grpSpPr>
              <a:xfrm>
                <a:off x="1108189" y="4182116"/>
                <a:ext cx="322524" cy="131011"/>
                <a:chOff x="2224754" y="5521737"/>
                <a:chExt cx="386905" cy="157163"/>
              </a:xfrm>
            </p:grpSpPr>
            <p:grpSp>
              <p:nvGrpSpPr>
                <p:cNvPr id="1097" name="Google Shape;1097;p29"/>
                <p:cNvGrpSpPr/>
                <p:nvPr/>
              </p:nvGrpSpPr>
              <p:grpSpPr>
                <a:xfrm>
                  <a:off x="2224754" y="5521737"/>
                  <a:ext cx="386905" cy="157163"/>
                  <a:chOff x="2224754" y="5521737"/>
                  <a:chExt cx="386905" cy="157163"/>
                </a:xfrm>
              </p:grpSpPr>
              <p:grpSp>
                <p:nvGrpSpPr>
                  <p:cNvPr id="1098" name="Google Shape;1098;p29"/>
                  <p:cNvGrpSpPr/>
                  <p:nvPr/>
                </p:nvGrpSpPr>
                <p:grpSpPr>
                  <a:xfrm>
                    <a:off x="2224754" y="5521737"/>
                    <a:ext cx="386905" cy="65532"/>
                    <a:chOff x="2224754" y="5521737"/>
                    <a:chExt cx="386905" cy="65532"/>
                  </a:xfrm>
                </p:grpSpPr>
                <p:sp>
                  <p:nvSpPr>
                    <p:cNvPr id="1099" name="Google Shape;1099;p29"/>
                    <p:cNvSpPr/>
                    <p:nvPr/>
                  </p:nvSpPr>
                  <p:spPr>
                    <a:xfrm>
                      <a:off x="2224754" y="5521737"/>
                      <a:ext cx="386905" cy="655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6905" h="65532" extrusionOk="0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00" name="Google Shape;1100;p29"/>
                    <p:cNvSpPr/>
                    <p:nvPr/>
                  </p:nvSpPr>
                  <p:spPr>
                    <a:xfrm>
                      <a:off x="2237422" y="5534405"/>
                      <a:ext cx="374141" cy="52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141" h="52864" extrusionOk="0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01" name="Google Shape;1101;p29"/>
                  <p:cNvGrpSpPr/>
                  <p:nvPr/>
                </p:nvGrpSpPr>
                <p:grpSpPr>
                  <a:xfrm>
                    <a:off x="2224754" y="5613368"/>
                    <a:ext cx="386905" cy="65532"/>
                    <a:chOff x="2224754" y="5613368"/>
                    <a:chExt cx="386905" cy="65532"/>
                  </a:xfrm>
                </p:grpSpPr>
                <p:sp>
                  <p:nvSpPr>
                    <p:cNvPr id="1102" name="Google Shape;1102;p29"/>
                    <p:cNvSpPr/>
                    <p:nvPr/>
                  </p:nvSpPr>
                  <p:spPr>
                    <a:xfrm>
                      <a:off x="2224754" y="5613368"/>
                      <a:ext cx="386905" cy="655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6905" h="65532" extrusionOk="0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03" name="Google Shape;1103;p29"/>
                    <p:cNvSpPr/>
                    <p:nvPr/>
                  </p:nvSpPr>
                  <p:spPr>
                    <a:xfrm>
                      <a:off x="2237422" y="5626036"/>
                      <a:ext cx="374141" cy="52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141" h="52864" extrusionOk="0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104" name="Google Shape;1104;p29"/>
                <p:cNvGrpSpPr/>
                <p:nvPr/>
              </p:nvGrpSpPr>
              <p:grpSpPr>
                <a:xfrm>
                  <a:off x="2336863" y="5554217"/>
                  <a:ext cx="177355" cy="15050"/>
                  <a:chOff x="2336863" y="5554217"/>
                  <a:chExt cx="177355" cy="15050"/>
                </a:xfrm>
              </p:grpSpPr>
              <p:sp>
                <p:nvSpPr>
                  <p:cNvPr id="1105" name="Google Shape;1105;p29"/>
                  <p:cNvSpPr/>
                  <p:nvPr/>
                </p:nvSpPr>
                <p:spPr>
                  <a:xfrm>
                    <a:off x="2336863" y="555421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49" y="7524"/>
                        </a:moveTo>
                        <a:cubicBezTo>
                          <a:pt x="15049" y="11680"/>
                          <a:pt x="11681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6" name="Google Shape;1106;p29"/>
                  <p:cNvSpPr/>
                  <p:nvPr/>
                </p:nvSpPr>
                <p:spPr>
                  <a:xfrm>
                    <a:off x="2377440" y="5554217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7" name="Google Shape;1107;p29"/>
                  <p:cNvSpPr/>
                  <p:nvPr/>
                </p:nvSpPr>
                <p:spPr>
                  <a:xfrm>
                    <a:off x="2418016" y="5554217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8" name="Google Shape;1108;p29"/>
                  <p:cNvSpPr/>
                  <p:nvPr/>
                </p:nvSpPr>
                <p:spPr>
                  <a:xfrm>
                    <a:off x="2458593" y="555421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49" y="7524"/>
                        </a:moveTo>
                        <a:cubicBezTo>
                          <a:pt x="15049" y="11680"/>
                          <a:pt x="11680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9" name="Google Shape;1109;p29"/>
                  <p:cNvSpPr/>
                  <p:nvPr/>
                </p:nvSpPr>
                <p:spPr>
                  <a:xfrm>
                    <a:off x="2499169" y="5554217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10" name="Google Shape;1110;p29"/>
                <p:cNvGrpSpPr/>
                <p:nvPr/>
              </p:nvGrpSpPr>
              <p:grpSpPr>
                <a:xfrm>
                  <a:off x="2336863" y="5641848"/>
                  <a:ext cx="177355" cy="15049"/>
                  <a:chOff x="2336863" y="5641848"/>
                  <a:chExt cx="177355" cy="15049"/>
                </a:xfrm>
              </p:grpSpPr>
              <p:sp>
                <p:nvSpPr>
                  <p:cNvPr id="1111" name="Google Shape;1111;p29"/>
                  <p:cNvSpPr/>
                  <p:nvPr/>
                </p:nvSpPr>
                <p:spPr>
                  <a:xfrm>
                    <a:off x="2336863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2" name="Google Shape;1112;p29"/>
                  <p:cNvSpPr/>
                  <p:nvPr/>
                </p:nvSpPr>
                <p:spPr>
                  <a:xfrm>
                    <a:off x="2377440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3" name="Google Shape;1113;p29"/>
                  <p:cNvSpPr/>
                  <p:nvPr/>
                </p:nvSpPr>
                <p:spPr>
                  <a:xfrm>
                    <a:off x="2418016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4" name="Google Shape;1114;p29"/>
                  <p:cNvSpPr/>
                  <p:nvPr/>
                </p:nvSpPr>
                <p:spPr>
                  <a:xfrm>
                    <a:off x="2458592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5" name="Google Shape;1115;p29"/>
                  <p:cNvSpPr/>
                  <p:nvPr/>
                </p:nvSpPr>
                <p:spPr>
                  <a:xfrm>
                    <a:off x="2499169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16" name="Google Shape;1116;p29"/>
              <p:cNvGrpSpPr/>
              <p:nvPr/>
            </p:nvGrpSpPr>
            <p:grpSpPr>
              <a:xfrm>
                <a:off x="1161625" y="3903897"/>
                <a:ext cx="215413" cy="215333"/>
                <a:chOff x="2288857" y="5187981"/>
                <a:chExt cx="258413" cy="258317"/>
              </a:xfrm>
            </p:grpSpPr>
            <p:sp>
              <p:nvSpPr>
                <p:cNvPr id="1117" name="Google Shape;1117;p29"/>
                <p:cNvSpPr/>
                <p:nvPr/>
              </p:nvSpPr>
              <p:spPr>
                <a:xfrm>
                  <a:off x="2288857" y="5187981"/>
                  <a:ext cx="258413" cy="258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413" h="258317" extrusionOk="0">
                      <a:moveTo>
                        <a:pt x="258413" y="129159"/>
                      </a:moveTo>
                      <a:cubicBezTo>
                        <a:pt x="258413" y="159544"/>
                        <a:pt x="247936" y="187452"/>
                        <a:pt x="230410" y="209454"/>
                      </a:cubicBezTo>
                      <a:cubicBezTo>
                        <a:pt x="206692" y="239268"/>
                        <a:pt x="170212" y="258318"/>
                        <a:pt x="129159" y="258318"/>
                      </a:cubicBezTo>
                      <a:cubicBezTo>
                        <a:pt x="88106" y="258318"/>
                        <a:pt x="51625" y="239268"/>
                        <a:pt x="28004" y="209454"/>
                      </a:cubicBezTo>
                      <a:cubicBezTo>
                        <a:pt x="27337" y="208597"/>
                        <a:pt x="26670" y="207740"/>
                        <a:pt x="26003" y="206788"/>
                      </a:cubicBezTo>
                      <a:cubicBezTo>
                        <a:pt x="9716" y="185166"/>
                        <a:pt x="0" y="158305"/>
                        <a:pt x="0" y="129159"/>
                      </a:cubicBezTo>
                      <a:cubicBezTo>
                        <a:pt x="0" y="57817"/>
                        <a:pt x="57817" y="0"/>
                        <a:pt x="129159" y="0"/>
                      </a:cubicBezTo>
                      <a:cubicBezTo>
                        <a:pt x="176784" y="0"/>
                        <a:pt x="218313" y="25717"/>
                        <a:pt x="240697" y="64008"/>
                      </a:cubicBezTo>
                      <a:cubicBezTo>
                        <a:pt x="251936" y="83153"/>
                        <a:pt x="258318" y="105442"/>
                        <a:pt x="258318" y="12915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29"/>
                <p:cNvSpPr/>
                <p:nvPr/>
              </p:nvSpPr>
              <p:spPr>
                <a:xfrm>
                  <a:off x="2316956" y="5234082"/>
                  <a:ext cx="202501" cy="212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01" h="212216" extrusionOk="0">
                      <a:moveTo>
                        <a:pt x="202406" y="163353"/>
                      </a:moveTo>
                      <a:cubicBezTo>
                        <a:pt x="178689" y="193167"/>
                        <a:pt x="142208" y="212217"/>
                        <a:pt x="101155" y="212217"/>
                      </a:cubicBezTo>
                      <a:cubicBezTo>
                        <a:pt x="60103" y="212217"/>
                        <a:pt x="23622" y="193167"/>
                        <a:pt x="0" y="163353"/>
                      </a:cubicBezTo>
                      <a:cubicBezTo>
                        <a:pt x="9525" y="122682"/>
                        <a:pt x="42958" y="91249"/>
                        <a:pt x="84677" y="84582"/>
                      </a:cubicBezTo>
                      <a:cubicBezTo>
                        <a:pt x="68675" y="78010"/>
                        <a:pt x="57341" y="62293"/>
                        <a:pt x="57341" y="43910"/>
                      </a:cubicBezTo>
                      <a:cubicBezTo>
                        <a:pt x="57341" y="19717"/>
                        <a:pt x="76962" y="0"/>
                        <a:pt x="101251" y="0"/>
                      </a:cubicBezTo>
                      <a:cubicBezTo>
                        <a:pt x="125539" y="0"/>
                        <a:pt x="145161" y="19717"/>
                        <a:pt x="145161" y="43910"/>
                      </a:cubicBezTo>
                      <a:cubicBezTo>
                        <a:pt x="145161" y="62293"/>
                        <a:pt x="133826" y="78010"/>
                        <a:pt x="117824" y="84582"/>
                      </a:cubicBezTo>
                      <a:cubicBezTo>
                        <a:pt x="159544" y="91249"/>
                        <a:pt x="192976" y="122682"/>
                        <a:pt x="202501" y="1633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119" name="Google Shape;1119;p29"/>
            <p:cNvSpPr/>
            <p:nvPr/>
          </p:nvSpPr>
          <p:spPr>
            <a:xfrm>
              <a:off x="8344358" y="4860794"/>
              <a:ext cx="172878" cy="28080"/>
            </a:xfrm>
            <a:custGeom>
              <a:avLst/>
              <a:gdLst/>
              <a:ahLst/>
              <a:cxnLst/>
              <a:rect l="l" t="t" r="r" b="b"/>
              <a:pathLst>
                <a:path w="157162" h="25527" extrusionOk="0">
                  <a:moveTo>
                    <a:pt x="144399" y="25527"/>
                  </a:moveTo>
                  <a:lnTo>
                    <a:pt x="12764" y="25527"/>
                  </a:lnTo>
                  <a:cubicBezTo>
                    <a:pt x="5715" y="25527"/>
                    <a:pt x="0" y="19812"/>
                    <a:pt x="0" y="12764"/>
                  </a:cubicBezTo>
                  <a:lnTo>
                    <a:pt x="0" y="12764"/>
                  </a:lnTo>
                  <a:cubicBezTo>
                    <a:pt x="0" y="5715"/>
                    <a:pt x="5715" y="0"/>
                    <a:pt x="12764" y="0"/>
                  </a:cubicBezTo>
                  <a:lnTo>
                    <a:pt x="144399" y="0"/>
                  </a:lnTo>
                  <a:cubicBezTo>
                    <a:pt x="151448" y="0"/>
                    <a:pt x="157163" y="5715"/>
                    <a:pt x="157163" y="12764"/>
                  </a:cubicBezTo>
                  <a:lnTo>
                    <a:pt x="157163" y="12764"/>
                  </a:lnTo>
                  <a:cubicBezTo>
                    <a:pt x="157163" y="19812"/>
                    <a:pt x="151448" y="25527"/>
                    <a:pt x="144399" y="255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On-screen Show (16:9)</PresentationFormat>
  <Paragraphs>15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Calibri</vt:lpstr>
      <vt:lpstr>Raleway</vt:lpstr>
      <vt:lpstr>Open Sans</vt:lpstr>
      <vt:lpstr>Arial</vt:lpstr>
      <vt:lpstr>Nunito Light</vt:lpstr>
      <vt:lpstr>Lato</vt:lpstr>
      <vt:lpstr>PT Sans</vt:lpstr>
      <vt:lpstr>Epilogue</vt:lpstr>
      <vt:lpstr>Multimedia Software Pitch Deck by Slidesgo</vt:lpstr>
      <vt:lpstr>USB STICK PROXY</vt:lpstr>
      <vt:lpstr>Problem Statement</vt:lpstr>
      <vt:lpstr>Proposed Solution</vt:lpstr>
      <vt:lpstr>How it works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Innocent Onyechigoziri Onwukanjo</cp:lastModifiedBy>
  <cp:revision>1</cp:revision>
  <dcterms:modified xsi:type="dcterms:W3CDTF">2026-04-09T00:17:19Z</dcterms:modified>
</cp:coreProperties>
</file>