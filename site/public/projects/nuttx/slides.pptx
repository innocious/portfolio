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C3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9144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3774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Predictive Maintenance</a:t>
            </a:r>
            <a:endParaRPr lang="en-US" sz="3600" dirty="0"/>
          </a:p>
          <a:p>
            <a:pPr algn="ctr"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Edge ML on NuttX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Lite Micro  |  STM32F407  |  Renode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Onwukanjo Innocent  (202487225)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 9875 — Memorial University  |  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8016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234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Unplanned Failures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178308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Threshold-based monitoring misses subtle degradation patterns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inference adds latency and network dependency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on-device ML with real-time guarantees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754880" y="109728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8016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77840" y="1234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Approach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5120640" y="178308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neural network classifier offline (Keras)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 to INT8, deploy via TFLite Micro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inference directly on STM32 under NuttX RTOS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3200400"/>
            <a:ext cx="8046720" cy="15544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Text 8"/>
          <p:cNvSpPr/>
          <p:nvPr/>
        </p:nvSpPr>
        <p:spPr>
          <a:xfrm>
            <a:off x="914400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C3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Detects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914400" y="3703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Motor: 5 Hz sine wave (smooth bearing)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91440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Bearing Fault: 20 Hz whine (degraded bearing)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486400" y="3383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C3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2,608</a:t>
            </a:r>
            <a:endParaRPr lang="en-US" sz="3200" dirty="0"/>
          </a:p>
        </p:txBody>
      </p:sp>
      <p:sp>
        <p:nvSpPr>
          <p:cNvPr id="16" name="Text 12"/>
          <p:cNvSpPr/>
          <p:nvPr/>
        </p:nvSpPr>
        <p:spPr>
          <a:xfrm>
            <a:off x="5486400" y="3794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model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132320" y="33832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C3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708</a:t>
            </a:r>
            <a:endParaRPr lang="en-US" sz="3200" dirty="0"/>
          </a:p>
        </p:txBody>
      </p:sp>
      <p:sp>
        <p:nvSpPr>
          <p:cNvPr id="18" name="Text 14"/>
          <p:cNvSpPr/>
          <p:nvPr/>
        </p:nvSpPr>
        <p:spPr>
          <a:xfrm>
            <a:off x="7132320" y="37947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RAM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With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51560"/>
            <a:ext cx="64008" cy="77724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24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NuttX RTOS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43560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POSIX-compliant RTOS for ARM Cortex-M4. Provides pthreads, mqueues, semaphores.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011680"/>
            <a:ext cx="64008" cy="77724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848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TFLite Micro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9572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inference engine for INT8 quantized models. Runs with &lt;1 KB runtime RAM.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971800"/>
            <a:ext cx="64008" cy="77724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0449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STM32F407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335584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Cortex-M4 target. 1 MB Flash, 192 KB SRAM. Simulated in Renode.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931920"/>
            <a:ext cx="64008" cy="77724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0050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/ Keras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3159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model training: binary classifier (Dense 16 ReLU → Dense 1 Sigmoid).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3774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2377440" cy="54864"/>
          </a:xfrm>
          <a:prstGeom prst="rect">
            <a:avLst/>
          </a:prstGeom>
          <a:solidFill>
            <a:srgbClr val="4FC3F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3258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874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Sampling Task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194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110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25146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Hz periodic reads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 to INT8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via mqueue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3280" y="1097280"/>
            <a:ext cx="23774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83280" y="1097280"/>
            <a:ext cx="2377440" cy="54864"/>
          </a:xfrm>
          <a:prstGeom prst="rect">
            <a:avLst/>
          </a:prstGeom>
          <a:solidFill>
            <a:srgbClr val="4FC3F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3258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83280" y="1874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Inference Task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383280" y="2194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100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566160" y="25146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from mqueue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TFLite Micro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anomaly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17920" y="1097280"/>
            <a:ext cx="23774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0" y="1097280"/>
            <a:ext cx="2377440" cy="54864"/>
          </a:xfrm>
          <a:prstGeom prst="rect">
            <a:avLst/>
          </a:prstGeom>
          <a:solidFill>
            <a:srgbClr val="4FC3F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32588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0" y="1874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Alert Task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217920" y="2194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90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400800" y="25146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on semaphore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on anomaly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&amp; alert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2880360" y="214884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mqueue  →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5715000" y="214884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sem_post  →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2286000" y="3931920"/>
            <a:ext cx="4572000" cy="640080"/>
          </a:xfrm>
          <a:prstGeom prst="rect">
            <a:avLst/>
          </a:prstGeom>
          <a:solidFill>
            <a:srgbClr val="1A2744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402336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926080" y="3977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Anomaly Log  (semaphore-protected)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Outcomes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51560"/>
            <a:ext cx="64008" cy="10515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43000"/>
            <a:ext cx="640080" cy="365760"/>
          </a:xfrm>
          <a:prstGeom prst="rect">
            <a:avLst/>
          </a:prstGeom>
          <a:solidFill>
            <a:srgbClr val="2E75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Scheduling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50876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tasks with Rate-Monotonic priority assignment (110/100/90). Total utilization U = 0.180, well below the RMS bound of 0.780.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286000"/>
            <a:ext cx="64008" cy="105156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377440"/>
            <a:ext cx="640080" cy="365760"/>
          </a:xfrm>
          <a:prstGeom prst="rect">
            <a:avLst/>
          </a:prstGeom>
          <a:solidFill>
            <a:srgbClr val="43A04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4592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Concurrency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45920" y="274320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anomaly log accessed by inference (write) and alert (read) tasks. Protected by POSIX semaphore to prevent data corruption.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520440"/>
            <a:ext cx="64008" cy="1051560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611880"/>
            <a:ext cx="640080" cy="365760"/>
          </a:xfrm>
          <a:prstGeom prst="rect">
            <a:avLst/>
          </a:prstGeom>
          <a:solidFill>
            <a:srgbClr val="FB8C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LO5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4592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Device Interface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3977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task mirrors a driver pattern: periodic reads → structured packets → inter-task channel. Full char driver is future work.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RTOS Services in Action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05840"/>
            <a:ext cx="64008" cy="7772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78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POSIX Message Queue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/ml_vib_queue with 5-msg capacity. sensor_batch_t packets (10 INT8 readings + metadata). Decouples sampling from inference.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965960"/>
            <a:ext cx="64008" cy="7772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39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Counting Semaphore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g_log_sem (init=1) protects the shared anomaly log. Both inference and alert tasks acquire before access. Minimal critical section.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926080"/>
            <a:ext cx="64008" cy="7772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999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Notification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32918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g_alert_sem (init=0) — alert task blocks on sem_wait(). Inference calls sem_post() on fault detection. Zero-overhead when no anomaly.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886200"/>
            <a:ext cx="64008" cy="7772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959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Priority Scheduling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2519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Sampling=110, Inference=100, Alert=90. Preemptive. Sampling never starved. Alert only runs when signaled.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7830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1430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97480" y="1051560"/>
            <a:ext cx="17830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97480" y="11430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20/20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697480" y="18288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51560"/>
            <a:ext cx="17830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1430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138 KB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846320" y="18288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95160" y="1051560"/>
            <a:ext cx="17830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95160" y="11430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708 B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995160" y="18288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80360"/>
          <a:ext cx="8046720" cy="1097280"/>
        </p:xfrm>
        <a:graphic>
          <a:graphicData uri="http://schemas.openxmlformats.org/drawingml/2006/table">
            <a:tbl>
              <a:tblPr/>
              <a:tblGrid>
                <a:gridCol w="1828800"/>
                <a:gridCol w="2194560"/>
                <a:gridCol w="2011680"/>
                <a:gridCol w="20116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Range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– 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Hz sine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 OK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– 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Hz whine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 FAULT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normal batches classified correctly. All 10 fault batches triggered anomaly alerts.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05840"/>
            <a:ext cx="64008" cy="82296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515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NuttX ↔ TFLite C++ Math Incompatibility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5331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expects std::round, std::pow, etc. NuttX only provides C math.h without std:: namespace or float overloads. Built a 90-line compatibility shim (nuttx_math_shim.h) handling namespace injection, float overloads, macro wrapping, and overload ambiguity.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965960"/>
            <a:ext cx="64008" cy="82296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 Pointer Type Mismatches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31343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passes std::sin as float(*)(float), but NuttX only has double sin(double). Added inline float overloads to the shim to provide exact type matches.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926080"/>
            <a:ext cx="64008" cy="82296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9718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Linker: Missing MicroPrintf Symbol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327355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TF_LITE_STRIP_ERROR_STRINGS compiled out MicroPrintf but the op resolver still referenced it. Fixed by enabling CONFIG_TFLITEMICRO_DEBUG.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886200"/>
            <a:ext cx="64008" cy="82296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9319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Entry Point Naming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23367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NuttX expects &lt;progname&gt;_main with extern "C" linkage. Standard main() causes an undefined reference at link time.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Improvements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51560"/>
            <a:ext cx="64008" cy="777240"/>
          </a:xfrm>
          <a:prstGeom prst="rect">
            <a:avLst/>
          </a:prstGeom>
          <a:solidFill>
            <a:srgbClr val="43A04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344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1247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Character Device Driver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25880" y="143560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/dev/accel0 as a NuttX char driver so sampling task uses open()/read() — completing LO5.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01168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011680"/>
            <a:ext cx="64008" cy="777240"/>
          </a:xfrm>
          <a:prstGeom prst="rect">
            <a:avLst/>
          </a:prstGeom>
          <a:solidFill>
            <a:srgbClr val="43A04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945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2084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Autoencoder Model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325880" y="239572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binary classifier with an autoencoder for unsupervised anomaly detection — no labeled fault data needed.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297180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48640" y="2971800"/>
            <a:ext cx="64008" cy="777240"/>
          </a:xfrm>
          <a:prstGeom prst="rect">
            <a:avLst/>
          </a:prstGeom>
          <a:solidFill>
            <a:srgbClr val="43A04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1546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3044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Hardware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25880" y="335584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real STM32F4 Discovery with MEMS accelerometer (LIS3DSH) for live vibration data.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393192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48640" y="3931920"/>
            <a:ext cx="64008" cy="777240"/>
          </a:xfrm>
          <a:prstGeom prst="rect">
            <a:avLst/>
          </a:prstGeom>
          <a:solidFill>
            <a:srgbClr val="43A047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11480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25880" y="4005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FFT Features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325880" y="431596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frequency-domain analysis before inference for better discrimination of complex fault signatures.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C3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10972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 &amp; Questions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Renode  →  NuttX Shell  →  pred_main_ml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Onwukanjo Innocent  |  202487225  |  ENGI 9875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Predictive Maintenance with TFLite Micro on NuttX</dc:title>
  <dc:subject>PptxGenJS Presentation</dc:subject>
  <dc:creator>Onwukanjo Innocent</dc:creator>
  <cp:lastModifiedBy>Onwukanjo Innocent</cp:lastModifiedBy>
  <cp:revision>1</cp:revision>
  <dcterms:created xsi:type="dcterms:W3CDTF">2026-04-08T02:02:00Z</dcterms:created>
  <dcterms:modified xsi:type="dcterms:W3CDTF">2026-04-08T02:02:00Z</dcterms:modified>
</cp:coreProperties>
</file>