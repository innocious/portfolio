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9831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41477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841029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346031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94754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11044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64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81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648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DE3C2-079C-EF50-68CA-1C8A29AF1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E80199-00FE-4FDA-3E4E-B336BCA4C4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1EC2D-53DB-F63A-1E98-607B0A49F3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CC24F-BF97-8C31-168E-3C83A31F30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55A5E-CE71-BB2B-3326-A245B8282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02C2D-1F53-9198-A976-7B6CF279E1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D9910-B4D2-5332-E4E2-AD79136CB8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778C50-F52C-4C8D-B25A-4E2D8C236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10331-4717-C52D-8690-C10220FC6F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82301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7854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353438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0128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81571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124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55877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5452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53425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8761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80758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93348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97224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45284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592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677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472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04038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29193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09624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95862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99163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7588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50903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77658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76929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47709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36229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76412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6532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11886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116155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65876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6608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78729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67801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57179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687251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02885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15202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56480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8272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7463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69874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025186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49538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16325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83227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769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37760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269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2701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38405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95120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162967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58289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5267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6441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1249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99477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28151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57449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530360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41476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Gesture Recognition</a:t>
            </a:r>
            <a:b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(HPS-Integrated Orientation and Pitch/ Roll Detection System)</a:t>
            </a:r>
            <a:br>
              <a:rPr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lang="en-US"/>
          </a:p>
        </p:txBody>
      </p:sp>
      <p:sp>
        <p:nvSpPr>
          <p:cNvPr id="114284794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Advanced Digital Systems (ENGI 9865)</a:t>
            </a:r>
            <a:endParaRPr sz="9000">
              <a:latin typeface="Times new roman"/>
              <a:cs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sz="26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Onwukanjo Innocent O.</a:t>
            </a:r>
            <a:r>
              <a:rPr sz="26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600" b="0">
                <a:latin typeface="Times new roman"/>
                <a:ea typeface="Times new roman"/>
                <a:cs typeface="Times new roman"/>
              </a:rPr>
              <a:t>(</a:t>
            </a:r>
            <a:r>
              <a:rPr sz="2600" b="0">
                <a:latin typeface="Times new roman"/>
                <a:ea typeface="Times new roman"/>
                <a:cs typeface="Times new roman"/>
              </a:rPr>
              <a:t>202487225</a:t>
            </a:r>
            <a:r>
              <a:rPr sz="2600" b="0">
                <a:latin typeface="Times new roman"/>
                <a:ea typeface="Times new roman"/>
                <a:cs typeface="Times new roman"/>
              </a:rPr>
              <a:t>)</a:t>
            </a:r>
            <a:endParaRPr sz="2600" b="0"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>
                <a:latin typeface="Times new roman"/>
                <a:ea typeface="Times new roman"/>
                <a:cs typeface="Times new roman"/>
              </a:rPr>
              <a:t>Avijit Hazra </a:t>
            </a:r>
            <a:r>
              <a:rPr sz="2600" b="0">
                <a:latin typeface="Times new roman"/>
                <a:ea typeface="Times new roman"/>
                <a:cs typeface="Times new roman"/>
              </a:rPr>
              <a:t>(202580731)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4877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Project Overview</a:t>
            </a:r>
            <a:endParaRPr/>
          </a:p>
        </p:txBody>
      </p:sp>
      <p:sp>
        <p:nvSpPr>
          <p:cNvPr id="4857347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Objective: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Implement a real-time orientation detection system using the DE10-Standard board. 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 Feature: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Meaningful integration of the ARM Hard Processor System (HPS) with custom VHDL hardware. </a:t>
            </a:r>
            <a:endParaRPr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Output: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Real-time visual feedback of board orientation (UP, DO, RI, LE) and precise tilt angles.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539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Project Overview </a:t>
            </a:r>
            <a:r>
              <a:rPr/>
              <a:t>(Pitch and Roll)</a:t>
            </a:r>
            <a:endParaRPr/>
          </a:p>
        </p:txBody>
      </p:sp>
      <p:pic>
        <p:nvPicPr>
          <p:cNvPr id="2631327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377905" y="1825624"/>
            <a:ext cx="7436189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8489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System Architecture &amp; Partitioning</a:t>
            </a:r>
            <a:endParaRPr/>
          </a:p>
        </p:txBody>
      </p:sp>
      <p:sp>
        <p:nvSpPr>
          <p:cNvPr id="120442068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HPS Domain: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Reads raw X, Y, Z data via I2C protocol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Computes Pitch/Roll using floating-point math arctan2</a:t>
            </a:r>
            <a:endParaRPr sz="2400"/>
          </a:p>
          <a:p>
            <a:pPr>
              <a:defRPr/>
            </a:pPr>
            <a:endParaRPr sz="2400"/>
          </a:p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FPGA Domain</a:t>
            </a:r>
            <a:r>
              <a:rPr sz="2400"/>
              <a:t>:</a:t>
            </a:r>
            <a:endParaRPr sz="2400"/>
          </a:p>
          <a:p>
            <a:pPr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Maps values to directions</a:t>
            </a:r>
            <a:endParaRPr lang="en-US" sz="23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Displays in HEX output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Interconnect: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HPS-to-FPGA Bridge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065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ASM Chart</a:t>
            </a:r>
            <a:endParaRPr/>
          </a:p>
        </p:txBody>
      </p:sp>
      <p:sp>
        <p:nvSpPr>
          <p:cNvPr id="12948694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5027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Acquisition</a:t>
            </a:r>
            <a:endParaRPr/>
          </a:p>
        </p:txBody>
      </p:sp>
      <p:sp>
        <p:nvSpPr>
          <p:cNvPr id="7727216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05s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as human action not fast as clock speed of 50HZ</a:t>
            </a:r>
            <a:endParaRPr lang="en-US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of 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8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values</a:t>
            </a:r>
            <a:endParaRPr sz="3000"/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I2C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(Inter-Integrated Circuit</a:t>
            </a:r>
            <a:r>
              <a:rPr sz="3000"/>
              <a:t>) protocol from 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ADXL345</a:t>
            </a:r>
            <a:r>
              <a:rPr sz="3000"/>
              <a:t> to HPS</a:t>
            </a:r>
            <a:endParaRPr sz="3000"/>
          </a:p>
          <a:p>
            <a:pPr lvl="1"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Sensitivity: 3.9mg/LSB</a:t>
            </a:r>
            <a:r>
              <a:rPr sz="3000"/>
              <a:t>. 1g is 256</a:t>
            </a:r>
            <a:endParaRPr sz="3000"/>
          </a:p>
          <a:p>
            <a:pPr lvl="1">
              <a:defRPr/>
            </a:pPr>
            <a:r>
              <a:rPr sz="3000"/>
              <a:t>Range -2g to +2g</a:t>
            </a:r>
            <a:endParaRPr/>
          </a:p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060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Why tan (not sine/cosine)</a:t>
            </a:r>
            <a:endParaRPr/>
          </a:p>
        </p:txBody>
      </p:sp>
      <p:pic>
        <p:nvPicPr>
          <p:cNvPr id="16897437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9" y="1825624"/>
            <a:ext cx="4450278" cy="4389000"/>
          </a:xfrm>
          <a:prstGeom prst="rect">
            <a:avLst/>
          </a:prstGeom>
        </p:spPr>
      </p:pic>
      <p:pic>
        <p:nvPicPr>
          <p:cNvPr id="13152948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45201" y="1825624"/>
            <a:ext cx="5071557" cy="438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4387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Implementation</a:t>
            </a:r>
            <a:endParaRPr/>
          </a:p>
        </p:txBody>
      </p:sp>
      <p:sp>
        <p:nvSpPr>
          <p:cNvPr id="497311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+/- 200 threshold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tan (pitch)  =  x / z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tan (roll)   = y / z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graphicFrame>
        <p:nvGraphicFramePr>
          <p:cNvPr id="420936964" name=""/>
          <p:cNvGraphicFramePr>
            <a:graphicFrameLocks xmlns:a="http://schemas.openxmlformats.org/drawingml/2006/main"/>
          </p:cNvGraphicFramePr>
          <p:nvPr/>
        </p:nvGraphicFramePr>
        <p:xfrm>
          <a:off x="4467017" y="1825624"/>
          <a:ext cx="7544177" cy="41378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78605"/>
                <a:gridCol w="2766784"/>
                <a:gridCol w="2698787"/>
              </a:tblGrid>
              <a:tr h="738902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Input Condition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Detected Orientation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VHDL Status Output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Upright / Flat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“UP”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Inverted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“DO”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Right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“RI”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Left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“LE”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</a:t>
                      </a: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“FR”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Back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“BA”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38902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Idle / Undetermined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“ID”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2005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Conclusion</a:t>
            </a:r>
            <a:r>
              <a:rPr/>
              <a:t> and Future Work</a:t>
            </a:r>
            <a:endParaRPr/>
          </a:p>
        </p:txBody>
      </p:sp>
      <p:sp>
        <p:nvSpPr>
          <p:cNvPr id="2554457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Robust integration of HPS and FPGA domains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Leverages the ARM processor for complex math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Utilizing the FPGA for deterministic, real-time peripheral control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 Work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Sign language recognition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Drone control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3868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  <a:endParaRPr/>
          </a:p>
        </p:txBody>
      </p:sp>
      <p:sp>
        <p:nvSpPr>
          <p:cNvPr id="195835377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Thank you for Listening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2026-04-07T03:23:21Z</dcterms:modified>
</cp:coreProperties>
</file>